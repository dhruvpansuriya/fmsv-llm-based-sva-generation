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AssertionForge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LLM-Driven SystemVerilog Assertion Generation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Formal Verification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657600" cy="36576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· CS525 – Formal Methods for System Verification
</a:t>
            </a:r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· Dhruvkumar R Pansuriya · Shrish Uttarwar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Guwahati · Dept. of Computer Science &amp; Engineering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8696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05256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54480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03704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2219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889504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5570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75304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– Knowledge Graph Construction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502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224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42816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Mapping (Spec↔RTL Alignment)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88696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905256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– Multi-Resolution Context Synthesis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536192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554480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572768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– SVA Generation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203704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221992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224028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Core Challenges (P1–P5)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871216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889504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907792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– Quality Gating &amp; Verible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538728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557016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3575304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 + GPTCache Architecture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4206240"/>
            <a:ext cx="50292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42245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4242816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Limitations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3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SystemVerilog Assertion (SVA) generation from natural-language specifications and RTL code using LLMs — improving correctness, explainability, and cloud efficiency.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Core Challenges Addressed: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12801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261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107"/>
                </a:solidFill>
              </a:rPr>
              <a:t>P1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1581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Limits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1234440"/>
            <a:ext cx="12801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261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107"/>
                </a:solidFill>
              </a:rPr>
              <a:t>P2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97880" y="1581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234440"/>
            <a:ext cx="12801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261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107"/>
                </a:solidFill>
              </a:rPr>
              <a:t>P3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0" y="1581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Efficiency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148840"/>
            <a:ext cx="12801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2176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107"/>
                </a:solidFill>
              </a:rPr>
              <a:t>P4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80560" y="2496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2148840"/>
            <a:ext cx="12801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97880" y="2176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107"/>
                </a:solidFill>
              </a:rPr>
              <a:t>P5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97880" y="2496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Refinement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modular pipeline — KG construction · signal mapping · context retrieval · prompt compression · multiagent caching · SVA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Bottleneck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SVAs requires simultaneously understanding multi-page natural-language specifications AND thousands of lines of RTL code.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LLM methods operate in isolation — missing implementation details or lacking behavioral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920240" cy="9601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 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pages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3432" y="2770632"/>
            <a:ext cx="27432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2633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9B6F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1920240" cy="9601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RTL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(Verilog)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 of lines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07992" y="2770632"/>
            <a:ext cx="27432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633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9B6F6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192024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(Our System)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AssertionForge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02552" y="2770632"/>
            <a:ext cx="27432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6334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9B6F6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331720"/>
            <a:ext cx="1920240" cy="9601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Formal SVAs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Verified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841248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136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automated system synthesise information from ambiguous multi-page specs and complex RTL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SVAs that are both syntactically correct and semantically meaningful — within token and cost limits?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5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AssertLLM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SVA generation from NL specs (3 stages: extraction → signal mapping → synthesis)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Limitation: operates on spec only, misses RTL implementation details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Our extension: joint spec + RTL reasoning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73152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57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ClarifyGPT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ambiguous prompts via consistency checks across multiple generated outputs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targeted clarification when inputs are insufficient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Inspires our KG density threshold for 'context gap'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11296"/>
            <a:ext cx="73152" cy="10972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112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STELLAR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87705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Structure-aware retrieval using AST structural fingerprints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Retrieves similar (RTL, SVA) pairs as few-shot prompts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Inspires our structural retrieval module for sparse KG neighbourhoods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Full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6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11680" cy="5029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50008" y="21488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32888" y="804672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2888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78608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Synthesis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Compression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62856" y="21488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45736" y="804672"/>
            <a:ext cx="20116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5736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5736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91456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75704" y="21488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58584" y="804672"/>
            <a:ext cx="2011680" cy="5029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58584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58584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04304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0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60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Repair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1965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PDF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Verilog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KG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(Spec-side)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3192" y="2880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PyVerilog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(RTL-side)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Mapping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Alias Table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" y="3794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42032" y="1965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42032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Signal-Specific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(SSR)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42032" y="2880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GRW-AS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20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42032" y="3794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GPTCache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1965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Test Plan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 Synthesis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2880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 Reasoning)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Format)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3794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67728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Validation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6772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Verible Syntax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67728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Repair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67728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SVAs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.sva files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67728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— Knowledge Graph Construction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7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977640" cy="40690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0" y="804672"/>
            <a:ext cx="4343400" cy="40690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503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Spec-Side: GraphRAG + Domain 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(E</a:t>
            </a:r>
            <a:pPr indent="0" marL="0">
              <a:buNone/>
            </a:pPr>
            <a:r>
              <a:rPr lang="en-US" sz="9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Signal · Port · Register · FIFO · Clock · Interrupt · FSM · Protocol · Constraint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Types (R</a:t>
            </a:r>
            <a:pPr indent="0" marL="0">
              <a:buNone/>
            </a:pPr>
            <a:r>
              <a:rPr lang="en-US" sz="9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2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connectsTo · defines · triggers · dependsOn · HasSignal · UsesClock · DescribesOperation · transmitsData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semi-automatically discovered via LLM → human expert merges redundant concepts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8503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RTL-Side: PyVerilog Parser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0288" y="12984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261872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 — AST traversal; ports (direction, width); module instantiations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0288" y="1865376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8288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assignments — continuous (assign) and procedural (always-block); LHS targets &amp; RHS deps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90288" y="2432304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39572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detection — always-blocks + case statements; state variables matched via naming patterns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90288" y="299923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962656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analysis — VerilogDataflowAnalyzer builds binding graph via getBindings()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90288" y="3566160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529584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refinement — RTL info merged into G₀ to enrich spec-side graph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KG + RTL KG  →  Unified Knowledge Graph G = (V, 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KG + RTL KG  →  Unified Knowledge Graph G = (V, 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Mapping — Bridging Spec &amp; RTL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8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reset" in spec  ↔  nRST / rst_n in RTL — without alignment, generated SVAs reference non-existent signals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entities from KG node types (SIGNAL, PORT, REGISTER, CLOCK)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 ports &amp; internal signals from PyVerilog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1975104"/>
            <a:ext cx="54864" cy="36576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2316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Semantic Alignment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65176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mentions + RTL signals + local spec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JSON: canonical_name · rtl_name · confidence · active_low · match_method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2843784"/>
            <a:ext cx="54864" cy="36576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918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 Table Construction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52044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lookup: RTL signal → canonical 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naming variants; basis for fuzzy fallback matching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0352" y="3712464"/>
            <a:ext cx="54864" cy="36576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05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Gating (≥ 0.7)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8912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inject corresponds_to edges into Unified KG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string-based substring similarity → references edges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1444752"/>
            <a:ext cx="2514600" cy="21488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1490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6F6"/>
                </a:solidFill>
              </a:rPr>
              <a:t>Key Artifacts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signal_aliases.json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212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alias_lookup_table.json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5511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signal_mapping_decisions.json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8895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alignment_full_prompt.txt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227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signal_mapping_overview.json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Multi-Resolution Context Synthesis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9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each target signal 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27832" y="8869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52"/>
                </a:solidFill>
              </a:rPr>
              <a:t>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804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∈ V, up to B=3 distinct prompts are constructed from three generators: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94360" cy="10058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2704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25272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Summarisation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58191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5 complementary summaries of full spec + RTL: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High-level design overview  • RTL architecture summary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Per-signal summary  • Design patterns (FSMs, pipelines)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Signal-specific description for vᵢ   ➝ Generated once, cached across all signals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594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7889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(ii)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51460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Signal-Specific Retrieval (SSR)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843784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retriever: TF-IDF (sparse) + Sentence Transformer (dense)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granularity levels: 50 · 100 · 200 · 800 · 3200 tokens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ratios 0.2 &amp; 0.4  →  Top 20 chunks ranked by cosine similarity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59436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05079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(iii)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776472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GRW-AS — Guided Random Walk with Adaptive Sampling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10565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contribution: 70 biased random walks × 100-step budget from vᵢ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→ natural language: 'A drives B, part of module C, involving verification point D'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LLM-as-Pruner scores SSR ∪ GRW-AS on relevance + density + diversity → retains optimal subset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84124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608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KG beats flat RAG: Cross-document traceability · Causal chain discovery · Compression resistance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SVA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10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Two-Step Generation via GPT-4o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91440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3533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Test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99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human-readable verification intents from pruned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"Verify that TX_EMPTY asserts when the FIFO count reaches zero"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nl_plans.txt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914400" cy="1508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20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0723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SVA Synthesis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429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NL plan → formal SystemVerilog Assertion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includes correct SVA syntax examples as few-shot guidance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8221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@(posedge PCLK) ((PADDR &gt;= 24) &amp;&amp; (PADDR &lt;= 31)) &amp;&amp; (PENABLE) |-&gt; ((PADDR &gt;= 0) ...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23760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property_goldmine_N.sva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457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Output artifacts: nl_plans.txt  ·  sva_details.csv  ·  generated .sva files under run tbs/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 as Robust Agent Memory (P2)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fails when causal hardware logic is fragmented across semantic chunks.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1005840" cy="14630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RQ1.4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3807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Representation &amp; Fidelity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64792"/>
            <a:ext cx="7132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entity-relation schemas (E_t, R_t) outperform flat embeddings.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enforces relational memory — updates are edge insertions/attribute changes, not vector dilution.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links (clock-domain crossings, nested resets) preserved reliably.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1005840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74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RQ1.6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0266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Task-Adaptive Memory Granularity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410712"/>
            <a:ext cx="7132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Test Planning (Agent C): coarse-grained SSR at 800+ token chunks.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SVA Synthesis (Agent D): GRW-AS extracts exact causal chains (TX_EMPTY → apb → PRESETn).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 applies high compression to verbose spec memory, keeps RTL memory intact.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65C0"/>
                </a:solidFill>
              </a:rPr>
              <a:t>Memory structure: Spec Vectors (semantic) + RTL AST (structural) → fused inside Unified KG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Missing Context Problem (P1) — Root Cause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12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signal's KG neighbourhood is sparse → SVAs pass syntax but fail functionally (LLM lacks behavioral constraints).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65176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417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Cause A: KG Extraction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011680"/>
            <a:ext cx="2651760" cy="14173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84832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exists in RTL but GraphRAG failed to extract its relationships from NL text → artificially sparse KG neighbourhood.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89888"/>
            <a:ext cx="2651760" cy="5669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7832" y="1417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Cause B: Specification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27832" y="2011680"/>
            <a:ext cx="2651760" cy="14173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2084832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document is flawed — behavioral rules or edge-cases for the target signal are simply not documented. No retrieval can find what isn't written.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1389888"/>
            <a:ext cx="2651760" cy="566928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08192" y="1417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Cause C: Structural Blindness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Retrieval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08192" y="2011680"/>
            <a:ext cx="2651760" cy="14173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2084832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keyword search finds the signal name but misses the underlying control flow (nested if-else, FSM transitions, clock-domain crossings) governing actual hardware behavior.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Fallback Approaches: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069080" cy="86868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9593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</a:rPr>
              <a:t>RTL Program Slicing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27024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slice from target signal → deterministic structural context; resolves Cause 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931920"/>
            <a:ext cx="40690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39593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STELLAR AST Retrieval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427024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fingerprints retrieve similar (RTL, SVA) pairs as few-shot prompts; resolves Causes A &amp; B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LLMLingua — Prompt Compression (P1 + P3)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13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Coarse-to-fine prompt compression: small LM computes token perplexity → prunes low-information tokens → compressed prompt to GPT-4o / Groq.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265176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Budget 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different compression ratios to instructions, demonstrations &amp;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417320"/>
            <a:ext cx="265176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ITPC Algorithm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18470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Token-Level Prompt Compression — models inter-token dependencies during pruning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08192" y="1417320"/>
            <a:ext cx="265176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Distribution Alignment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18470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small model to approximate target LLM's distribution; preserves semantic integrity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Budget Strategy (Hardware-Tuned):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40690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381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Compression  (Keep 70–80%)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GRW-AS KG paths · RTL backward slices · STELLAR examples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dense, structurally rigid, critical causal logic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01568"/>
            <a:ext cx="4069080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4381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Compression  (Keep 35–40%)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7490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SSR text chunks from spec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verbose, redundant, recovers well under perplexity-based compression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4348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4616 → 3876 tokens  ·  16.03% reduction  ·  NL Generation: 2163→1807  ·  SVA Generation: 2453→2069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GPTCache — Semantic Caching Layer (P3 + P4)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redundant cloud API calls by storing and retrieving semantically similar prompt responses.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188720" cy="7772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53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1572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1325880"/>
            <a:ext cx="1188720" cy="7772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1353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52928" y="1572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1188720" cy="7772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353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Similarity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53128" y="1572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1188720" cy="7772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53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1572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YES 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325880"/>
            <a:ext cx="1828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3533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 Cached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(0ms)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1488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NO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118872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</a:rPr>
              <a:t>→ Store → Return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Problems Addressed: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" y="376732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0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RQ1.7 — Minimizes information transfer; cached responses bypass full prompt re-transmission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4048" y="397764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410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RQ2.2 — Early redundancy detection; intercepts repeated queries before reaching LLM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4048" y="418795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51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RQ2.4 — Prompt mapping via embedding-based similarity; reuses results above threshold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" y="439826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RQ2.5 — Flexible caching granularity: prompt-level or chunk-level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" y="460857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 = hash(agent_id + prompt_version + exact context) → prevents cross-agent contamination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— Verible Syntax Validation &amp; Repair (P5)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refinement loop using Verible — SystemVerilog-aware syntax checker.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Signals (RQ3.1):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645920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93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SVA passes / fails syntax check (#SynC)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057400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0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Verible stderr — precise diagnostics (e.g., missing clocking event, invalid operator)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468880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32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Localized: Line-level error → identifies exact failing assertion fragment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Loop (RQ3.2):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291840"/>
            <a:ext cx="13258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Generate SVA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from LLM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35661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10512" y="3291840"/>
            <a:ext cx="13258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1051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Wrap in minimal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SV module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35661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73552" y="3291840"/>
            <a:ext cx="132588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7355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 Verible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syntax check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36592" y="3291840"/>
            <a:ext cx="13258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659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Errors?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 snippet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35661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99632" y="3291840"/>
            <a:ext cx="13258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 repair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prompt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43800" y="35661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62672" y="3291840"/>
            <a:ext cx="132588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62672" y="3319272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Re-invoke 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→ corrected SVA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2245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Safeguards (RQ3.3):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correction per-instance · Bounded repair iterations · Context preserved across iterations · Syntax decoupled from semantic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Assertion Quality Gate (TC3)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batch filter — intentionally decoupled from main pipeline for independent reuse.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105156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9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(Loop 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3441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Alias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70078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Disabled by default (--enable-loop-a) 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195681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candidate identifiers from SVA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valid alias lookup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repair attempt if invalid signals 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default-off: strict pre-filter over-rejects on noisy/generated corpora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1051560" cy="15087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(Loop 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063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Verible Syntax 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4198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Default active mode 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367588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assertion in minimal valid SV module using RTL signals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verible-verilog-syntax binary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repair attempt on failure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Verible resolved via: --verible-bin → PATH → .tools/verible/**/bin/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Outputs: accepted/  ·  discarded/  ·  reports/summary.json  ·  reports/detailed_results.json  ·  reports/logs/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Multiagent Orchestration with GPTCache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17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+ specialisation to improve assertion quality while maintaining cloud efficiency.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55448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→Gemini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298448"/>
            <a:ext cx="155448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→Gemini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1298448"/>
            <a:ext cx="1554480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→Groq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1298448"/>
            <a:ext cx="1554480" cy="9144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→Groq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1298448"/>
            <a:ext cx="1554480" cy="9144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231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→Gemini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850392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06040"/>
            <a:ext cx="73152" cy="68580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651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GPTCache  —  key = hash(agent_id + prompt_version + context)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0ms response  ·  Cache MISS → route to Gemini (deep reasoning) or Groq (fast formatting)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3429000"/>
            <a:ext cx="4160520" cy="73152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465576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 &amp; E — deep reasoning, large context windows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16052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3465576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Groq 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 &amp; D — high-speed, structured formatting &amp; repair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envelope tracks: content · model_name · cache_hit · latency_ms · token_usage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Specialisation Roles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18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85800" cy="749808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7782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85039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requirement-level semantics, constraints &amp; edge-case behavior from natural language specification.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55064"/>
            <a:ext cx="6858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700784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Grounding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020824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textual semantics directly to structural RTL nodes and parsed signals — integrates the Signal Mapping pipeline.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685800" cy="7498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7860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551176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Assertion Planner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871216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grounded requirements into human-readable, test-plan style verification intents (NL plans).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55848"/>
            <a:ext cx="685800" cy="749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90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401568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SVA Synthesizer &amp; Repair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721608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formal SystemVerilog Assertion syntax and iteratively repairs it based on Verible compiler feedback.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685800" cy="74980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7939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4251960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Referee / Consistency Checker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572000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final syntactically valid SVAs against original specification intent — prevents over-constraining.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0017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agents share one GPTCache → deduplication across specialisations → no redundant cloud calls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Highlights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19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Migration: OpenAI → Groq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tightly-coupled OpenAI backend; cost-effective inference without compromising output quality.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465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Design Tested End-to-End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20824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executed on custom APB peripheral hardware (UART/SPI with APB interface). SVAs generated for PCLK, PRESETn, PADDR, PSEL, PENABLE, PWRITE, PWDATA, PRDATA, PREADY, PSLVERR.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96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5511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 with Hardware Schema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generic entity-extraction with hardware-specific schema Σ = (Et, Rt); 14 entity types, 10+ relation types; human expert merges redundant concepts.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472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40156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Verible Binary Resolution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priority chain: --verible-bin → PATH → .tools/verible/**/bin/ — eliminates 'not found in PATH' errors on constrained machines.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297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Traceability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snapshots · raw model responses · mapping decisions · run-level &amp; per-iteration quality logs · structured result JSONs — auditable, reproducible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Addressing Core Challenges — P1 to P5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20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13232" cy="749808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85039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Long-Context Limits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170432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node-to-node linking reduces irrelevant chunks · SSR multi-resolution retrieval · LLMLingua minimal context selection (RQ1.1)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55064"/>
            <a:ext cx="71323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3794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1700784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020824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KG as persistent cross-domain memory · structured relational schema vs flat embeddings · causal chains preserved (RQ1.4, RQ1.6)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713232" cy="7498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8833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2551176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Communication Efficiency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2871216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LLMLingua: 16% token reduction · GPTCache eliminates redundant API calls · Groq for fast-turnaround agents (RQ1.7, RQ1.8)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55848"/>
            <a:ext cx="713232" cy="749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387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3401568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Redundancy in Multi-Agent Systems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3721608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mapping encoded once in KG — reused across all assertion generations · GPTCache: early redundancy detection across agents (RQ2.2)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713232" cy="74980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891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4251960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Feedback-Driven Refinement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4572000"/>
            <a:ext cx="7132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Verible closed-loop repair: binary + structured + localised error signals · bounded iterations · context preserved · syntax decoupled from semantics (RQ3.1–3.3)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Observed Outcomes from End-to-End Execution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12801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44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B6F6"/>
                </a:solidFill>
              </a:rPr>
              <a:t>16%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LLMLingua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965960" cy="12801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344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B6F6"/>
                </a:solidFill>
              </a:rPr>
              <a:t>25+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42032" y="1938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 Files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(TC3)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18304" y="1280160"/>
            <a:ext cx="1965960" cy="12801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344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B6F6"/>
                </a:solidFill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18304" y="1938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Syntax-Valid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(Verible-only)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94576" y="1280160"/>
            <a:ext cx="1965960" cy="128016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1344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B6F6"/>
                </a:solidFill>
              </a:rPr>
              <a:t>0.7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94576" y="1938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(Mapping)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Findings: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" y="31272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mapping LLM produced high-accuracy alignments (confidence 1.0 for clear signals like PERIPHERAL SELECT → sdc_top.psel)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49300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connectivity directly dictates retrieval quality — missing edges degrade SVA accuracy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385876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22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creation is brittle: hard edges depend on strict string matching with spec node names; fuzzy fallback is essential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422452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87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Verible-only default (Loop A disabled) was optimal for noisy/generated SVA corpora — strict alias pre-filter over-rejects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" y="45902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 compression is safe for structured RTL content; spec prose compresses aggressively without quality loss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Traceability &amp; Reproducibility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22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fully auditable — diagnostics treated as first-class artifacts.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80160"/>
            <a:ext cx="411480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80160"/>
            <a:ext cx="4114800" cy="384048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Traces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alignment_system_prompt.txt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956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alignment_user_prompt.txt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alignment_full_prompt.txt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432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alignment_raw_response.txt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8032" y="1280160"/>
            <a:ext cx="411480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28016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Signal Mapping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719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spec_entities.json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956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rtl_signals.json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2194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signal_aliases.json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432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signal_mapping_decisions.json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670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signal_mapping_overview.json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090672"/>
            <a:ext cx="411480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090672"/>
            <a:ext cx="41148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36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Generation Outputs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5295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nl_plans.txt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767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sva_details.csv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4005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property_goldmine_N.sva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4242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alignment_input_bundle.json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480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alias_lookup_table.json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3090672"/>
            <a:ext cx="4114800" cy="162763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3090672"/>
            <a:ext cx="411480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136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Quality Reports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9472" y="35295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reports/summary.json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767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reports/detailed_results.json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4005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reports/summary.txt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4242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reports/logs/run_*.log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4480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reports/logs/iterations/*.log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Known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23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56692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850392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Multiagent Controller Not Fully Production-Ready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170432"/>
            <a:ext cx="7406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multiagent orchestration with shared GPTCache is architecturally designed and partially scaffolded — not yet a single unified production controller.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55064"/>
            <a:ext cx="56692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37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1700784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Function Currently Stubbed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020824"/>
            <a:ext cx="7406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repair_sva_with_llm(...) in the standalone TC3 checker returns the original SVA unchanged. Interface is ready; real LLM repair integration is pending.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05456"/>
            <a:ext cx="56692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883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2551176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Alias-Based Loop A Sensitivity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871216"/>
            <a:ext cx="7406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signal validation (Loop A) may need stronger token-cleaning for noisy/generated SVAs — currently disabled by default to avoid over-rejection.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55848"/>
            <a:ext cx="56692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38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3401568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Edge Materialization Fragility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721608"/>
            <a:ext cx="7406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hard corresponds_to edges depends on strict string matching between LLM-produced names and KG spec nodes. Naming mismatches reduce graph connectivity.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56692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89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4251960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Semantic/Formal Validation Stage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572000"/>
            <a:ext cx="7406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stops at syntax (Verible). Functional correctness under formal verification (e.g., via SymbiYosys / JasperGold) is not yet automated in the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24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85039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LLM Repair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7223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repair_sva_with_llm() with schema-constrained JSON output for systematic, parseable fix generation.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465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170078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&amp; Formal Validation Stage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020824"/>
            <a:ext cx="7223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post-syntax validation: property equivalence checks, formal model-checking hooks (SymbiYosys), functional correctness beyond Verible.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968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51560" y="255117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Signal Edge Materialization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71216"/>
            <a:ext cx="7223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mention-matching robustness (fuzzy + semantic + edit-distance) for reliable corresponds_to edge creation even with naming noise.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4728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40156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Multiagent Controller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21608"/>
            <a:ext cx="7223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unified multiagent orchestration layer with GPTCache telemetry dashboard — latency, cache hit ratio, token savings per agent.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2976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Suite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572000"/>
            <a:ext cx="7223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evaluation: cost/latency/acceptance with vs without cache &amp; multiagent; SVA correctness (#SynC, #SemC) across real-world hardware designs.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657600" cy="36576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AssertionForge combines graph-grounded LLM generation with robust post-generation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Semantic signal mapping bridges Spec ↔ RTL — eliminating hallucinated signal references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Multi-resolution retrieval (SSR + GRW-AS) surfaces causal hardware logic invisible to flat RAG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LLMLingua + GPTCache jointly reduce token usage and redundant API cost across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Verible-backed two-phase quality gate provides automated, closed-loop syntactic refinement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Proposed multiagent architecture (Agents A–E) enables specialised, scalable SVA synthesis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7772400" cy="34747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451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DEFB"/>
                </a:solidFill>
              </a:rPr>
              <a:t>CS525 – Formal Methods for System Verification  ·  Group 2  ·  IIT Guwahati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AssertionForge – LLM-Driven SVA Generation</dc:title>
  <dc:subject>PptxGenJS Presentation</dc:subject>
  <dc:creator>PptxGenJS</dc:creator>
  <cp:lastModifiedBy>PptxGenJS</cp:lastModifiedBy>
  <cp:revision>1</cp:revision>
  <dcterms:created xsi:type="dcterms:W3CDTF">2026-04-23T03:33:48Z</dcterms:created>
  <dcterms:modified xsi:type="dcterms:W3CDTF">2026-04-23T03:33:48Z</dcterms:modified>
</cp:coreProperties>
</file>